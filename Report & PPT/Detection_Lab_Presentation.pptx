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786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1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268941" y="523794"/>
            <a:ext cx="8570259" cy="436286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spcBef>
                <a:spcPts val="3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3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Detection Lab: Windows Monitoring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&amp; Detection Engineering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Aniket Sinha </a:t>
            </a:r>
          </a:p>
          <a:p>
            <a:pPr algn="ctr">
              <a:spcBef>
                <a:spcPts val="3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2210990115</a:t>
            </a:r>
          </a:p>
          <a:p>
            <a:pPr algn="ctr">
              <a:spcBef>
                <a:spcPts val="3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300"/>
              </a:spcBef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 Praveen Kumar Khosla</a:t>
            </a:r>
          </a:p>
          <a:p>
            <a:pPr algn="ctr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 Vice Chancellor, Research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spcBef>
                <a:spcPts val="300"/>
              </a:spcBef>
            </a:pP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University, Punjab</a:t>
            </a:r>
          </a:p>
          <a:p>
            <a:pPr algn="ctr">
              <a:lnSpc>
                <a:spcPct val="150000"/>
              </a:lnSpc>
              <a:spcBef>
                <a:spcPts val="3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1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5C0F9D8-ED3E-184B-5191-AE967327620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/home/claude/chitkara_logo2.jpeg">
            <a:extLst>
              <a:ext uri="{FF2B5EF4-FFF2-40B4-BE49-F238E27FC236}">
                <a16:creationId xmlns:a16="http://schemas.microsoft.com/office/drawing/2014/main" id="{213B131B-49BC-BFFE-E548-0EA02573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68580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68580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858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685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760" y="196596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96596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965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5760" y="324612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24612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2461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46320" y="68580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68580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6858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94960" y="685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846320" y="196596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0" y="196596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965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39496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Findings / Results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846320" y="3246120"/>
            <a:ext cx="41148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46320" y="3246120"/>
            <a:ext cx="4572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32461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39496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Detection Lab?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9601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lightweight Windows detection engineering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with Sysmon, Sigma, Python &amp; Streamlit.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capabilities: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Sysmon log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Sigma-based detection rule matching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JSON alert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Streamlit dashboard for visualization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MITRE ATT&amp;CK rule mapping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594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Pipeline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1005840"/>
            <a:ext cx="32004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005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Logs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78040" y="1481328"/>
            <a:ext cx="0" cy="21031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691640"/>
            <a:ext cx="320040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691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78040" y="2167128"/>
            <a:ext cx="0" cy="21031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0" y="2377440"/>
            <a:ext cx="320040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377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Matching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78040" y="2852928"/>
            <a:ext cx="0" cy="21031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3063240"/>
            <a:ext cx="320040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3063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78040" y="3538728"/>
            <a:ext cx="0" cy="21031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749040"/>
            <a:ext cx="32004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Iterative, component-based development approach: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 Setup: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94560" y="9601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on Windows host to capture process creation events (Event ID 1) from Microsoft-Windows-Sysmon/Operational.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1645920"/>
            <a:ext cx="85953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792224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174650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Sigma Rules: 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94560" y="17465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Authored YAML-based Sigma detection rules to define logic for specific adversary behaviors.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432304"/>
            <a:ext cx="85953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578608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25328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Engine: 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194560" y="253288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detector.py reads Sysmon events, extracts relevant fields, and evaluates them against Sigma rules.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218688"/>
            <a:ext cx="85953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364992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33192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Storage: 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194560" y="331927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rule match, a structured JSON alert is appended to alerts/alerts.json.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4005072"/>
            <a:ext cx="85953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4151376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41056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Dashboard: 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194560" y="410565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dashboard.py reads alerts.json and renders real-time severity metrics and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64008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64008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749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04241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detection engine &amp; dashboard scripting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64008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4680" y="64008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749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46120" y="104241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 logging detailed process activity to Event Log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64008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64008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749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26480" y="104241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YAML signature format for defining detection rules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169164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169164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2093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framework for building interactive web dashboards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54680" y="169164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4680" y="169164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4612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PyYAML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246120" y="2093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YAML-formatted Sigma rule files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35040" y="169164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169164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pywin32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26480" y="20939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access to Windows APIs for reading event logs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54680" y="2743200"/>
            <a:ext cx="274320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54680" y="2743200"/>
            <a:ext cx="27432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46120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246120" y="31455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interchange format for storing structured alert 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– Project Structure &amp; Sysmon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3931920" cy="2834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601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Detection_Lab/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alerts/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alerts.json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detections/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suspicious_rundll32.yml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win_defender_tampering.yml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detector.py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dashboard.py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0" y="5943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 Configuration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80560" y="91440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 captures detailed Windows telemetry.
</a:t>
            </a: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Event: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 ID 1 – Process Creation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Channel: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Microsoft-Windows-Sysmon/Operational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 extracted per event: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(process path)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ParentImage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– Detection Engine &amp; Sigma Rules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Engine (detector.py)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960120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960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99669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Loads Sigma rules from detections/ via PyYAML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1499616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49961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15361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Sysmon events in real time via pywin32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039112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0391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20756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Extracts event fields (CommandLine, Image, etc.)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578608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5786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261518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fields against Sigma conditions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118104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1181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31546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match: generates structured alert object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657600"/>
            <a:ext cx="3200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6576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" y="369417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Appends alert as JSON to alerts/alerts.json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20640" y="594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Sigma Detection Rules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120640" y="960120"/>
            <a:ext cx="37490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12080" y="1005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Defender Tampering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12080" y="1298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Detects PowerShell commands disabling Windows Defender protections.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212080" y="1691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T1562.001 – Impair Defenses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120640" y="2651760"/>
            <a:ext cx="37490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Suspicious Rundll32 Execution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212080" y="2990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Detects suspicious rundll32.exe usage with script or ordinal-style DLL exports (LOLBIN abuse).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12080" y="34564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T1218.011 – Signed Binary Proxy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Findings / Outcomes / Results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Output (alerts.json)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93776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6012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"rule_name":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"Windows Defender Tampering",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"critical",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"command_line":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"Set-MpPreference -DisableRealtimeMonitoring $true"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" y="27432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alert visualization with: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Severity distribution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Tabular view of all alert records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Filtering by rule name or severity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594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0" y="914400"/>
            <a:ext cx="34747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Defender Tampering Test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1261872"/>
            <a:ext cx="34747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12618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-Command "Add-MpPreference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-ExclusionPath C:\Temp"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77840" y="1801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 triggered successfully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2514600"/>
            <a:ext cx="34747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Rundll32 Test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2862072"/>
            <a:ext cx="34747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32120" y="28620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rundll32.exe shell32.dll,Control_RunDLL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401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 triggered successfully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94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00584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Lab successfully demonstrates: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detection engineering pipeline on Windows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 telemetry + Sigma rule-based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Python-driven real-time alert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Streamlit dashboard visualization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MITRE ATT&amp;CK technique mapping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Sigma rules triggered successfully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end-to-end testing.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5943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914400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95097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 Sigma coverage to lateral movement, persistence, credential access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664208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664208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7007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with full SIEM (Elastic / Splunk) for indexed, searchable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241401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414016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45059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automated response (isolate host, kill process) on high-severity alerts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16382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3163824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3200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Enrich alerts with threat intelligence (VirusTotal API)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391363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913632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39502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to more Sysmon Event IDs: network (ID 3), registry (ID 12/13)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pic>
        <p:nvPicPr>
          <p:cNvPr id="4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658368"/>
            <a:ext cx="85953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658368"/>
            <a:ext cx="109728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83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69494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Sysinternals. (2023). Sysmon – System Monitor. Microsoft.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https://docs.microsoft.com/en-us/sysinternals/downloads/sysmon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45389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453896"/>
            <a:ext cx="109728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45389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63040" y="1490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SigmaHQ. (2023). Sigma – Generic Signature Format for SIEM Systems.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https://github.com/SigmaHQ/sigma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49424"/>
            <a:ext cx="85953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249424"/>
            <a:ext cx="109728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24942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63040" y="22860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Inc. (2023). Streamlit Documentation.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https://docs.streamlit.io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0449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044952"/>
            <a:ext cx="109728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04495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463040" y="30815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MITRE Corporation. (2023). MITRE ATT&amp;CK Framework.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https://attack.mitre.org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840480"/>
            <a:ext cx="85953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840480"/>
            <a:ext cx="109728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38404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463040" y="387705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Software Foundation. (2023). Python 3 Documentation.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https://docs.python.org/3/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/home/claude/chitkara_logo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146304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Aniket Sinha  |  2210990115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by: Dr. Praveen Kumar Khosla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 Institute of Engineering and Technology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4873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905</Words>
  <Application>Microsoft Office PowerPoint</Application>
  <PresentationFormat>On-screen Show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Lab - IOHE Presentation</dc:title>
  <dc:subject>PptxGenJS Presentation</dc:subject>
  <dc:creator>PptxGenJS</dc:creator>
  <cp:lastModifiedBy>Aniket Sinha</cp:lastModifiedBy>
  <cp:revision>5</cp:revision>
  <dcterms:created xsi:type="dcterms:W3CDTF">2026-05-25T09:41:21Z</dcterms:created>
  <dcterms:modified xsi:type="dcterms:W3CDTF">2026-05-25T10:19:23Z</dcterms:modified>
</cp:coreProperties>
</file>